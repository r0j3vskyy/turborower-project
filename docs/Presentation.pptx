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4" r:id="rId9"/>
    <p:sldId id="262" r:id="rId10"/>
    <p:sldId id="263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A4A272A6-4388-1680-1124-79793419E82E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0E4E33F1-646E-98F5-1A05-DAF33F320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6" y="59709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14457959-A4A2-AB22-56AE-F2BF08548869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0DD76C6E-F39F-39A5-E899-0140AEFAD012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5F9FA"/>
          </a:solidFill>
          <a:ln>
            <a:solidFill>
              <a:srgbClr val="F5F9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B5E37326-8091-E2E5-BEDB-726D20861C36}"/>
              </a:ext>
            </a:extLst>
          </p:cNvPr>
          <p:cNvSpPr/>
          <p:nvPr/>
        </p:nvSpPr>
        <p:spPr>
          <a:xfrm>
            <a:off x="14986000" y="8839200"/>
            <a:ext cx="1143000" cy="266700"/>
          </a:xfrm>
          <a:prstGeom prst="rect">
            <a:avLst/>
          </a:prstGeom>
          <a:solidFill>
            <a:srgbClr val="F5F9FA"/>
          </a:solidFill>
          <a:ln>
            <a:solidFill>
              <a:srgbClr val="F5F9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DB05D7E2-7FD7-8CB4-2899-196E09EFF890}"/>
              </a:ext>
            </a:extLst>
          </p:cNvPr>
          <p:cNvSpPr/>
          <p:nvPr/>
        </p:nvSpPr>
        <p:spPr>
          <a:xfrm>
            <a:off x="14986000" y="8763000"/>
            <a:ext cx="1219200" cy="304800"/>
          </a:xfrm>
          <a:prstGeom prst="rect">
            <a:avLst/>
          </a:prstGeom>
          <a:solidFill>
            <a:srgbClr val="F5F9FA"/>
          </a:solidFill>
          <a:ln>
            <a:solidFill>
              <a:srgbClr val="F5F9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8C56F52B-5DA5-5EBB-89DD-566197D5A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0" y="-15599"/>
            <a:ext cx="16383000" cy="91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92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2B1405D1-9C21-564D-01C4-A28EC24B52C5}"/>
              </a:ext>
            </a:extLst>
          </p:cNvPr>
          <p:cNvSpPr/>
          <p:nvPr/>
        </p:nvSpPr>
        <p:spPr>
          <a:xfrm>
            <a:off x="14909800" y="8763000"/>
            <a:ext cx="1219200" cy="342900"/>
          </a:xfrm>
          <a:prstGeom prst="rect">
            <a:avLst/>
          </a:prstGeom>
          <a:solidFill>
            <a:srgbClr val="F5F9FA"/>
          </a:solidFill>
          <a:ln>
            <a:solidFill>
              <a:srgbClr val="F5F9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EC755B91-310A-E6A9-FD45-337F3EC67FD2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5F9FA"/>
          </a:solidFill>
          <a:ln>
            <a:solidFill>
              <a:srgbClr val="F5F9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07A2767-701A-17D2-CB01-C813F37D1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26F53BFD-99F1-7FB4-BEA4-AAC285FF70FD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5F9FA"/>
          </a:solidFill>
          <a:ln>
            <a:solidFill>
              <a:srgbClr val="F5F9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4645C38E-827B-8B95-92AE-AC2CFE947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6255980" cy="9143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16BB327-7AA9-4EC5-815F-9D8E6BC5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274" y="153590"/>
            <a:ext cx="15919451" cy="8836819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0</Words>
  <Application>Microsoft Office PowerPoint</Application>
  <PresentationFormat>Niestandardowy</PresentationFormat>
  <Paragraphs>0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Damian Elsner</dc:creator>
  <cp:lastModifiedBy>Damian Elsner</cp:lastModifiedBy>
  <cp:revision>3</cp:revision>
  <dcterms:created xsi:type="dcterms:W3CDTF">2006-08-16T00:00:00Z</dcterms:created>
  <dcterms:modified xsi:type="dcterms:W3CDTF">2026-05-25T16:14:08Z</dcterms:modified>
</cp:coreProperties>
</file>